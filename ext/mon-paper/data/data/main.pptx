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</p:sldIdLst>
  <p:sldSz cx="14630400" cy="82296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52463" indent="-195263" algn="l" rtl="0" fontAlgn="base">
      <a:spcBef>
        <a:spcPct val="0"/>
      </a:spcBef>
      <a:spcAft>
        <a:spcPct val="0"/>
      </a:spcAft>
      <a:defRPr sz="4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304925" indent="-390525" algn="l" rtl="0" fontAlgn="base">
      <a:spcBef>
        <a:spcPct val="0"/>
      </a:spcBef>
      <a:spcAft>
        <a:spcPct val="0"/>
      </a:spcAft>
      <a:defRPr sz="4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958975" indent="-587375" algn="l" rtl="0" fontAlgn="base">
      <a:spcBef>
        <a:spcPct val="0"/>
      </a:spcBef>
      <a:spcAft>
        <a:spcPct val="0"/>
      </a:spcAft>
      <a:defRPr sz="4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611438" indent="-782638" algn="l" rtl="0" fontAlgn="base">
      <a:spcBef>
        <a:spcPct val="0"/>
      </a:spcBef>
      <a:spcAft>
        <a:spcPct val="0"/>
      </a:spcAft>
      <a:defRPr sz="4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4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4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4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4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1C33"/>
    <a:srgbClr val="C72035"/>
    <a:srgbClr val="336699"/>
    <a:srgbClr val="003399"/>
    <a:srgbClr val="9A52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6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408" y="200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308FF31-1D67-440A-BB90-4A9AB9E19F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012520B-F1A9-A6C9-D8EB-251076AC137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42B5E632-7051-115F-7D71-A8D2983696E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95D01E8F-5C2F-8D79-C325-77ADEEEA1A4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6E25C0E-1010-7EAE-A679-4432A464C5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EB438FF-55C3-8A8B-9AEA-7DA172EBF3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EC5D3595-F2A4-4729-B46D-A33F332929A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3265551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8982" y="1288021"/>
            <a:ext cx="13162280" cy="1371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6500" b="1">
                <a:solidFill>
                  <a:srgbClr val="B01C33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en-US" alt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728982" y="3661530"/>
            <a:ext cx="11706858" cy="906539"/>
          </a:xfrm>
        </p:spPr>
        <p:txBody>
          <a:bodyPr/>
          <a:lstStyle>
            <a:lvl1pPr marL="0" indent="0" algn="l">
              <a:buNone/>
              <a:defRPr sz="6000"/>
            </a:lvl1pPr>
          </a:lstStyle>
          <a:p>
            <a:pPr lvl="0"/>
            <a:r>
              <a:rPr lang="en-US" altLang="en-US" noProof="0" dirty="0"/>
              <a:t>YOUR NAME HERE</a:t>
            </a:r>
          </a:p>
          <a:p>
            <a:pPr lvl="0"/>
            <a:endParaRPr lang="en-US" altLang="en-US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5B4EE4F-A6AF-0B59-44E0-8196A7498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982" y="6751534"/>
            <a:ext cx="4340559" cy="9597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40B412D-27F6-B7FB-8D05-31AA30A4E52F}"/>
              </a:ext>
            </a:extLst>
          </p:cNvPr>
          <p:cNvSpPr/>
          <p:nvPr userDrawn="1"/>
        </p:nvSpPr>
        <p:spPr bwMode="auto">
          <a:xfrm>
            <a:off x="14415247" y="0"/>
            <a:ext cx="215153" cy="8229600"/>
          </a:xfrm>
          <a:prstGeom prst="rect">
            <a:avLst/>
          </a:prstGeom>
          <a:solidFill>
            <a:srgbClr val="B01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701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138" y="254420"/>
            <a:ext cx="13796215" cy="8239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035" y="1325563"/>
            <a:ext cx="12780403" cy="5578475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F373D-5560-405E-EB6E-6CD3BE0F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  &lt;your name here&gt;  ©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EEF9-06C4-2EFF-326B-DE64C38E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98308F-F759-4CCC-96D9-B0149FC2B4E4}" type="slidenum">
              <a:rPr lang="en-US" altLang="en-US"/>
              <a:pPr/>
              <a:t>‹#›</a:t>
            </a:fld>
            <a:endParaRPr lang="en-US" altLang="en-US" sz="2300"/>
          </a:p>
        </p:txBody>
      </p:sp>
    </p:spTree>
    <p:extLst>
      <p:ext uri="{BB962C8B-B14F-4D97-AF65-F5344CB8AC3E}">
        <p14:creationId xmlns:p14="http://schemas.microsoft.com/office/powerpoint/2010/main" val="2957155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138" y="262331"/>
            <a:ext cx="13306742" cy="8187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363651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296633"/>
            <a:ext cx="6464301" cy="505476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1" y="1363651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1" y="2296633"/>
            <a:ext cx="6466840" cy="505476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4E4BD1-6A5A-9BEA-66D7-AF549B9B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  &lt;your name here&gt;  ©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F986A5-5338-0979-70E5-31DDDEF3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7C4BF7-BF3F-4BC8-91CD-AB1773D8E6A4}" type="slidenum">
              <a:rPr lang="en-US" altLang="en-US"/>
              <a:pPr/>
              <a:t>‹#›</a:t>
            </a:fld>
            <a:endParaRPr lang="en-US" altLang="en-US" sz="2300"/>
          </a:p>
        </p:txBody>
      </p:sp>
    </p:spTree>
    <p:extLst>
      <p:ext uri="{BB962C8B-B14F-4D97-AF65-F5344CB8AC3E}">
        <p14:creationId xmlns:p14="http://schemas.microsoft.com/office/powerpoint/2010/main" val="2129516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138" y="244787"/>
            <a:ext cx="13240819" cy="969512"/>
          </a:xfrm>
        </p:spPr>
        <p:txBody>
          <a:bodyPr anchor="b"/>
          <a:lstStyle>
            <a:lvl1pPr algn="l">
              <a:defRPr sz="6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1722474"/>
            <a:ext cx="8334058" cy="5628922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1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5A0A5-E66B-D4A9-09C1-4FF20800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  &lt;your name here&gt;  ©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63CF0-91B7-100B-E927-3A2400B6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43BC48-D7EE-4C7A-9ACF-36AB82C38AFA}" type="slidenum">
              <a:rPr lang="en-US" altLang="en-US"/>
              <a:pPr/>
              <a:t>‹#›</a:t>
            </a:fld>
            <a:endParaRPr lang="en-US" altLang="en-US" sz="2300"/>
          </a:p>
        </p:txBody>
      </p:sp>
    </p:spTree>
    <p:extLst>
      <p:ext uri="{BB962C8B-B14F-4D97-AF65-F5344CB8AC3E}">
        <p14:creationId xmlns:p14="http://schemas.microsoft.com/office/powerpoint/2010/main" val="925423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4C9F4C7-8E3C-14F3-3A58-5A5142C0E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92138" y="250825"/>
            <a:ext cx="14038262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66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4CD6DE64-E186-92F5-BDD1-B29C07855A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340975" y="7670800"/>
            <a:ext cx="3713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5538" tIns="72769" rIns="145538" bIns="72769" numCol="1" anchor="t" anchorCtr="0" compatLnSpc="1">
            <a:prstTxWarp prst="textNoShape">
              <a:avLst/>
            </a:prstTxWarp>
          </a:bodyPr>
          <a:lstStyle>
            <a:lvl1pPr algn="r" defTabSz="1455891" eaLnBrk="0" hangingPunct="0">
              <a:defRPr sz="1300" b="0" dirty="0" smtClean="0">
                <a:latin typeface="Helvetica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   &lt;your name here&gt;  © 2026</a:t>
            </a: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EED7E732-0DDA-7EBF-5B19-82DB55DABF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89625" y="7670800"/>
            <a:ext cx="2852738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5538" tIns="72769" rIns="145538" bIns="72769" numCol="1" anchor="t" anchorCtr="0" compatLnSpc="1">
            <a:prstTxWarp prst="textNoShape">
              <a:avLst/>
            </a:prstTxWarp>
          </a:bodyPr>
          <a:lstStyle>
            <a:lvl1pPr algn="ctr" defTabSz="1455738" eaLnBrk="0" hangingPunct="0">
              <a:defRPr sz="1300" b="0"/>
            </a:lvl1pPr>
          </a:lstStyle>
          <a:p>
            <a:fld id="{E1A78039-8154-4866-B300-CEB161EE97BD}" type="slidenum">
              <a:rPr lang="en-US" altLang="en-US"/>
              <a:pPr/>
              <a:t>‹#›</a:t>
            </a:fld>
            <a:endParaRPr lang="en-US" altLang="en-US" sz="2300"/>
          </a:p>
        </p:txBody>
      </p:sp>
      <p:sp>
        <p:nvSpPr>
          <p:cNvPr id="1033" name="Rectangle 18">
            <a:extLst>
              <a:ext uri="{FF2B5EF4-FFF2-40B4-BE49-F238E27FC236}">
                <a16:creationId xmlns:a16="http://schemas.microsoft.com/office/drawing/2014/main" id="{D7E642CF-5BE4-E4F8-4B4D-22F0DFD2D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9" y="1325563"/>
            <a:ext cx="12801600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C3B8ECB-9FC0-CD32-1229-CE91479873D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838" y="7421228"/>
            <a:ext cx="2912315" cy="57613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F2DA89-9961-3213-8601-EE51CD1BF478}"/>
              </a:ext>
            </a:extLst>
          </p:cNvPr>
          <p:cNvCxnSpPr/>
          <p:nvPr userDrawn="1"/>
        </p:nvCxnSpPr>
        <p:spPr bwMode="auto">
          <a:xfrm>
            <a:off x="731838" y="1155420"/>
            <a:ext cx="13898562" cy="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B01C3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6300">
          <a:solidFill>
            <a:srgbClr val="B01C33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6300">
          <a:solidFill>
            <a:srgbClr val="336699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6300">
          <a:solidFill>
            <a:srgbClr val="336699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6300">
          <a:solidFill>
            <a:srgbClr val="336699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6300">
          <a:solidFill>
            <a:srgbClr val="336699"/>
          </a:solidFill>
          <a:latin typeface="Arial" charset="0"/>
        </a:defRPr>
      </a:lvl5pPr>
      <a:lvl6pPr marL="653110" algn="ctr" rtl="0" eaLnBrk="1" fontAlgn="base" hangingPunct="1">
        <a:spcBef>
          <a:spcPct val="0"/>
        </a:spcBef>
        <a:spcAft>
          <a:spcPct val="0"/>
        </a:spcAft>
        <a:defRPr sz="6300">
          <a:solidFill>
            <a:srgbClr val="336699"/>
          </a:solidFill>
          <a:latin typeface="Arial" charset="0"/>
        </a:defRPr>
      </a:lvl6pPr>
      <a:lvl7pPr marL="1306220" algn="ctr" rtl="0" eaLnBrk="1" fontAlgn="base" hangingPunct="1">
        <a:spcBef>
          <a:spcPct val="0"/>
        </a:spcBef>
        <a:spcAft>
          <a:spcPct val="0"/>
        </a:spcAft>
        <a:defRPr sz="6300">
          <a:solidFill>
            <a:srgbClr val="336699"/>
          </a:solidFill>
          <a:latin typeface="Arial" charset="0"/>
        </a:defRPr>
      </a:lvl7pPr>
      <a:lvl8pPr marL="1959331" algn="ctr" rtl="0" eaLnBrk="1" fontAlgn="base" hangingPunct="1">
        <a:spcBef>
          <a:spcPct val="0"/>
        </a:spcBef>
        <a:spcAft>
          <a:spcPct val="0"/>
        </a:spcAft>
        <a:defRPr sz="6300">
          <a:solidFill>
            <a:srgbClr val="336699"/>
          </a:solidFill>
          <a:latin typeface="Arial" charset="0"/>
        </a:defRPr>
      </a:lvl8pPr>
      <a:lvl9pPr marL="2612441" algn="ctr" rtl="0" eaLnBrk="1" fontAlgn="base" hangingPunct="1">
        <a:spcBef>
          <a:spcPct val="0"/>
        </a:spcBef>
        <a:spcAft>
          <a:spcPct val="0"/>
        </a:spcAft>
        <a:defRPr sz="6300">
          <a:solidFill>
            <a:srgbClr val="336699"/>
          </a:solidFill>
          <a:latin typeface="Arial" charset="0"/>
        </a:defRPr>
      </a:lvl9pPr>
    </p:titleStyle>
    <p:bodyStyle>
      <a:lvl1pPr marL="488950" indent="-488950" algn="l" rtl="0" eaLnBrk="1" fontAlgn="base" hangingPunct="1">
        <a:spcBef>
          <a:spcPct val="20000"/>
        </a:spcBef>
        <a:spcAft>
          <a:spcPct val="0"/>
        </a:spcAft>
        <a:buChar char="•"/>
        <a:defRPr sz="4500">
          <a:solidFill>
            <a:schemeClr val="tx1"/>
          </a:solidFill>
          <a:latin typeface="+mn-lt"/>
          <a:ea typeface="+mn-ea"/>
          <a:cs typeface="+mn-cs"/>
        </a:defRPr>
      </a:lvl1pPr>
      <a:lvl2pPr marL="1060450" indent="-407988" algn="l" rtl="0" eaLnBrk="1" fontAlgn="base" hangingPunct="1">
        <a:spcBef>
          <a:spcPct val="20000"/>
        </a:spcBef>
        <a:spcAft>
          <a:spcPct val="0"/>
        </a:spcAft>
        <a:buChar char="•"/>
        <a:defRPr sz="4000">
          <a:solidFill>
            <a:schemeClr val="tx1"/>
          </a:solidFill>
          <a:latin typeface="+mn-lt"/>
        </a:defRPr>
      </a:lvl2pPr>
      <a:lvl3pPr marL="1631950" indent="-32543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>
          <a:solidFill>
            <a:schemeClr val="tx1"/>
          </a:solidFill>
          <a:latin typeface="+mn-lt"/>
        </a:defRPr>
      </a:lvl3pPr>
      <a:lvl4pPr marL="2284413" indent="-325438" algn="l" rtl="0" eaLnBrk="1" fontAlgn="base" hangingPunct="1">
        <a:spcBef>
          <a:spcPct val="20000"/>
        </a:spcBef>
        <a:spcAft>
          <a:spcPct val="0"/>
        </a:spcAft>
        <a:buChar char="•"/>
        <a:defRPr sz="2900">
          <a:solidFill>
            <a:schemeClr val="tx1"/>
          </a:solidFill>
          <a:latin typeface="+mn-lt"/>
        </a:defRPr>
      </a:lvl4pPr>
      <a:lvl5pPr marL="2938463" indent="-32543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900">
          <a:solidFill>
            <a:schemeClr val="tx1"/>
          </a:solidFill>
          <a:latin typeface="+mn-lt"/>
        </a:defRPr>
      </a:lvl5pPr>
      <a:lvl6pPr marL="3592106" indent="-32655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900">
          <a:solidFill>
            <a:schemeClr val="tx1"/>
          </a:solidFill>
          <a:latin typeface="+mn-lt"/>
        </a:defRPr>
      </a:lvl6pPr>
      <a:lvl7pPr marL="4245216" indent="-32655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900">
          <a:solidFill>
            <a:schemeClr val="tx1"/>
          </a:solidFill>
          <a:latin typeface="+mn-lt"/>
        </a:defRPr>
      </a:lvl7pPr>
      <a:lvl8pPr marL="4898327" indent="-32655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900">
          <a:solidFill>
            <a:schemeClr val="tx1"/>
          </a:solidFill>
          <a:latin typeface="+mn-lt"/>
        </a:defRPr>
      </a:lvl8pPr>
      <a:lvl9pPr marL="5551437" indent="-32655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4BB51A7-6A81-0609-B6AC-12DEC55544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28982" y="1761565"/>
            <a:ext cx="13161962" cy="1371600"/>
          </a:xfrm>
        </p:spPr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5FAC0DD-8C8E-1B87-1B1B-AF3F78B2F1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4A4832-E72F-C23E-B0B5-D9DA5070E64E}"/>
              </a:ext>
            </a:extLst>
          </p:cNvPr>
          <p:cNvSpPr txBox="1"/>
          <p:nvPr/>
        </p:nvSpPr>
        <p:spPr>
          <a:xfrm>
            <a:off x="728982" y="4769759"/>
            <a:ext cx="585342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COLLABORATORS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CE2C16ED-7592-5F3F-A5CD-CEF585B058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1455738" eaLnBrk="0" hangingPunct="0"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455738" eaLnBrk="0" hangingPunct="0"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455738" eaLnBrk="0" hangingPunct="0"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455738" eaLnBrk="0" hangingPunct="0"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455738" eaLnBrk="0" hangingPunct="0"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455738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455738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455738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455738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300" b="0" dirty="0">
                <a:latin typeface="Helvetica" panose="020B0604020202020204" pitchFamily="34" charset="0"/>
              </a:rPr>
              <a:t>   &lt;your name here&gt;  © 2026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145B0B7B-EE1B-1AC9-84F4-5366BDB3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1455738" eaLnBrk="0" hangingPunct="0"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455738" eaLnBrk="0" hangingPunct="0"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455738" eaLnBrk="0" hangingPunct="0"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455738" eaLnBrk="0" hangingPunct="0"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455738" eaLnBrk="0" hangingPunct="0"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455738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455738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455738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455738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D2D565-DD34-4F7E-9D3D-B00D7D5CEA78}" type="slidenum">
              <a:rPr lang="en-US" altLang="en-US" sz="1300" b="0"/>
              <a:pPr/>
              <a:t>2</a:t>
            </a:fld>
            <a:endParaRPr lang="en-US" altLang="en-US" sz="2300" b="0"/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22858D81-1412-D3EB-D6A2-4FB764CB5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7174" name="Rectangle 3">
            <a:extLst>
              <a:ext uri="{FF2B5EF4-FFF2-40B4-BE49-F238E27FC236}">
                <a16:creationId xmlns:a16="http://schemas.microsoft.com/office/drawing/2014/main" id="{2D877ACC-8CE6-A80B-4B97-83D966834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ORCA: Observability framework</a:t>
            </a:r>
          </a:p>
          <a:p>
            <a:pPr/>
            <a:r>
              <a:t>Low overhead tracing</a:t>
            </a:r>
          </a:p>
          <a:p>
            <a:pPr/>
            <a:r>
              <a:t>Scales to 4096+ ranks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Overhead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6400800" cy="5943600"/>
          </a:xfrm>
        </p:spPr>
        <p:txBody>
          <a:bodyPr/>
          <a:lstStyle/>
          <a:p>
            <a:pPr/>
            <a:r>
              <a:t>Compare with TAU, DFTracer, Score-P, Caliper</a:t>
            </a:r>
          </a:p>
          <a:p>
            <a:pPr/>
            <a:r>
              <a:t>Measure relative runtime</a:t>
            </a:r>
          </a:p>
          <a:p>
            <a:pPr/>
            <a:r>
              <a:t>512 to 4096 ranks</a:t>
            </a:r>
          </a:p>
        </p:txBody>
      </p:sp>
      <p:pic>
        <p:nvPicPr>
          <p:cNvPr id="4" name="Picture 3" descr="tracer_runtimes_lin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88720"/>
            <a:ext cx="5943600" cy="6438900"/>
          </a:xfrm>
          <a:prstGeom prst="rect">
            <a:avLst/>
          </a:prstGeom>
        </p:spPr>
      </p:pic>
      <p:pic>
        <p:nvPicPr>
          <p:cNvPr id="5" name="Picture 4" descr="tracer_runtimes_lin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188720"/>
            <a:ext cx="5943600" cy="6438900"/>
          </a:xfrm>
          <a:prstGeom prst="rect">
            <a:avLst/>
          </a:prstGeom>
        </p:spPr>
      </p:pic>
      <p:pic>
        <p:nvPicPr>
          <p:cNvPr id="6" name="Picture 5" descr="tracer_runtimes_lin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188720"/>
            <a:ext cx="5943600" cy="6438900"/>
          </a:xfrm>
          <a:prstGeom prst="rect">
            <a:avLst/>
          </a:prstGeom>
        </p:spPr>
      </p:pic>
      <p:pic>
        <p:nvPicPr>
          <p:cNvPr id="7" name="Picture 6" descr="tracer_runtimes_lin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188720"/>
            <a:ext cx="5943600" cy="6438900"/>
          </a:xfrm>
          <a:prstGeom prst="rect">
            <a:avLst/>
          </a:prstGeom>
        </p:spPr>
      </p:pic>
      <p:pic>
        <p:nvPicPr>
          <p:cNvPr id="8" name="Picture 7" descr="tracer_runtimes_lin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79" y="1188720"/>
            <a:ext cx="5943600" cy="6438900"/>
          </a:xfrm>
          <a:prstGeom prst="rect">
            <a:avLst/>
          </a:prstGeom>
        </p:spPr>
      </p:pic>
      <p:pic>
        <p:nvPicPr>
          <p:cNvPr id="9" name="Picture 8" descr="tracer_runtimes_lin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79" y="1188720"/>
            <a:ext cx="5943600" cy="6438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Objects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content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Positioned text box</a:t>
            </a:r>
          </a:p>
        </p:txBody>
      </p:sp>
      <p:pic>
        <p:nvPicPr>
          <p:cNvPr id="5" name="Picture 4" descr="tracer_runtimes_li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43600"/>
            <a:ext cx="2743200" cy="297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6-PDL_slide_template16x9.potx" id="{B490E8C4-2BD3-423D-899D-D9DA62529295}" vid="{A8AE5F73-488F-452D-8481-82211F1445B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0</TotalTime>
  <Words>10</Words>
  <Application>Microsoft Macintosh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Helvetica</vt:lpstr>
      <vt:lpstr>Times New Roman</vt:lpstr>
      <vt:lpstr>Default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Ankush Jain</dc:creator>
  <cp:lastModifiedBy>Ankush Jain</cp:lastModifiedBy>
  <cp:revision>1</cp:revision>
  <dcterms:created xsi:type="dcterms:W3CDTF">2026-02-17T21:02:44Z</dcterms:created>
  <dcterms:modified xsi:type="dcterms:W3CDTF">2026-02-17T21:03:13Z</dcterms:modified>
</cp:coreProperties>
</file>