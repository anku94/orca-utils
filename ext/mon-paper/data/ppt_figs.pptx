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D042-171F-348C-92BF-BAC657939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3FC01-EBB5-6D0B-A934-E4A8D93F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FCC1-6C9D-4B25-A4B9-B291EE77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C6077-999B-BDBA-8F41-78248C39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4BE64-0C31-8771-0F44-A9333BED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7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3B8E-85E8-4B42-D04E-E2FCE615A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9FD46-379B-A9DA-AD3D-26CA71F53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5BE35-0964-0646-170F-DCD80232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34E0-7493-4428-3A27-D312F99C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93707-DB3B-FA8E-F216-242EDC1F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4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6739-9C5A-7808-9EB0-CDBF19BD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60482-D40A-F379-47D2-48644294A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038E1-FF8D-E04A-4210-A2F28D72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B21CD-1AB6-611F-5A76-AB4690AA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06D7-5AAA-253A-E314-FEF9582B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5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C249-0BAE-FEDB-320C-C7B5CF71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7313-7A73-F821-EC8E-70FFB60A6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2E528-1294-4651-20A9-4BE6F7F0F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A46F2-6A72-CE93-62C2-E52178F2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B6368-F516-3313-AB83-689A650D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DA1D8-120C-1B87-9F66-B451AC73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4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B605-EE8D-91C8-B409-8543CBC3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670BD-2A92-AE12-85DE-104D1E6C7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2F0CA-24D3-0206-93D8-A63F3B3F4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9443B-9525-9B84-44AA-0DE2C9382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C851C-B8D3-CB08-5A72-0069D1CC9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92095-FFE8-6FA6-C90A-F944F5F9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BC522-7E13-9A20-8C1F-B5F60129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565E6-CC1B-82F3-AD05-8741CD34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772F-3431-7A6A-4328-21D3DF94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9F761-CF6D-01CE-86FE-81B5FCBE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A4E51-6F5F-5057-6937-48440DC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DE216-7FC8-E175-868D-BBEB4F14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00A85-D98E-37E6-85E8-520232D9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46325-19D7-5420-CB53-B4E005C9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1D50E-45A7-6544-F0F1-E38CA5CF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4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FE4D-2FE4-83F3-085D-D2BCD595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55601-64B0-73BD-C0AE-88E05A07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53F24-DDA4-7CEB-EB8F-CC6AC629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2390A-A9D5-59D4-E419-5D58A532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6BEAB-16E2-83B5-4A46-39936F62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FCB99-EC21-9E2F-2D40-CC4511F0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A9E5-CBF9-9F2E-FF8D-602865C5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BAE69-E0E8-1A21-CC32-4DFA2E2F3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8A823-DF23-9D75-57F9-D3AF4E8D2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FC499-09C0-072D-CEE5-08B5EACF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C0B0A-A7F3-DD57-C99A-C7A1BFAB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7D997-FF8D-EF33-5E5B-99C30023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04B4-6534-10F6-09C2-DBF347EE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CB472-E063-23E4-4851-456F4C15C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55B4-A036-B4C0-EFB8-F83C2FF5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BC249-ADCA-9690-D644-4FA72386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1069-4B61-F794-2C39-0A9B15BA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0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51456E-F8BB-CCA7-DA58-EE42F8D50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239C1-3413-7F78-6573-16DE1A672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8FCE8-ACC5-D151-2C0D-F3194D74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2096-9BEC-7853-5EA0-57016946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D0F4-0A76-51D7-FA52-40A0FF7D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3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729A7-F88F-D51E-9411-2125263B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5E210-4360-8C9F-4B55-D81DCF1B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5D11-108A-A902-5B3A-1BAE02809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7454F-9386-E345-B132-669818A9F0CE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D04D-1BFC-D547-8B28-AAFB634F7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880C7-940E-EA63-9A92-D14E28E36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5C2A8-4C06-4840-B36D-609021CB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9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418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Jain</dc:creator>
  <cp:lastModifiedBy>Ankush Jain</cp:lastModifiedBy>
  <cp:revision>2</cp:revision>
  <dcterms:created xsi:type="dcterms:W3CDTF">2025-12-20T02:31:36Z</dcterms:created>
  <dcterms:modified xsi:type="dcterms:W3CDTF">2025-12-20T02:32:22Z</dcterms:modified>
</cp:coreProperties>
</file>